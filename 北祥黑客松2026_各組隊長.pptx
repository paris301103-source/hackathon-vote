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各組隊長 ×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每組隊長與該去向的 Owner 一起合作完成專案。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724912" cy="5102352"/>
          </a:xfrm>
          <a:prstGeom prst="roundRect">
            <a:avLst>
              <a:gd name="adj" fmla="val 5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724912" cy="868680"/>
          </a:xfrm>
          <a:prstGeom prst="roundRect">
            <a:avLst>
              <a:gd name="adj" fmla="val 5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流程優化（10）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E8EEF7"/>
                </a:solidFill>
                <a:latin typeface="Microsoft JhengHei"/>
                <a:ea typeface="Microsoft JhengHei"/>
                <a:cs typeface="Microsoft JhengHei"/>
              </a:rPr>
              <a:t>Owner：</a:t>
            </a: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 · IAN · GIBBY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48716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Felina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羅文財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89133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出納實驗室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邱暐玲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295497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DIU.gain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古鴻澤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69966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三薪二億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鄭宇真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4103827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揪 Together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游佩宣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50799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10萬碳長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麥育豪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912156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四娘教子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彭子育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316321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Log分析助理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張渝閎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5720486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票交覺醒者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張靖嫆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6124651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我是助理凱粒  </a:t>
            </a:r>
            <a:r>
              <a:rPr sz="900" b="0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· 隊長 吳佳珊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287" y="1463040"/>
            <a:ext cx="2724912" cy="5102352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47287" y="1463040"/>
            <a:ext cx="2724912" cy="868680"/>
          </a:xfrm>
          <a:prstGeom prst="roundRect">
            <a:avLst>
              <a:gd name="adj" fmla="val 5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1" y="1536192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平台（4）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E8EEF7"/>
                </a:solidFill>
                <a:latin typeface="Microsoft JhengHei"/>
                <a:ea typeface="Microsoft JhengHei"/>
                <a:cs typeface="Microsoft JhengHei"/>
              </a:rPr>
              <a:t>Owner：</a:t>
            </a: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248716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A²PE  </a:t>
            </a:r>
            <a:r>
              <a:rPr sz="90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隊長 胡慧婕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289133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好事成雙  </a:t>
            </a:r>
            <a:r>
              <a:rPr sz="90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隊長 張嫻芳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3295497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DIUDIU  </a:t>
            </a:r>
            <a:r>
              <a:rPr sz="90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隊長 鄭絲睿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79" y="369966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快報開麥拉  </a:t>
            </a:r>
            <a:r>
              <a:rPr sz="900" b="0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· 隊長 張柏珩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463040"/>
            <a:ext cx="2724912" cy="5102352"/>
          </a:xfrm>
          <a:prstGeom prst="roundRect">
            <a:avLst>
              <a:gd name="adj" fmla="val 5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4496" y="1463040"/>
            <a:ext cx="2724912" cy="868680"/>
          </a:xfrm>
          <a:prstGeom prst="roundRect">
            <a:avLst>
              <a:gd name="adj" fmla="val 5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536192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產品（4）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E8EEF7"/>
                </a:solidFill>
                <a:latin typeface="Microsoft JhengHei"/>
                <a:ea typeface="Microsoft JhengHei"/>
                <a:cs typeface="Microsoft JhengHei"/>
              </a:rPr>
              <a:t>Owner：</a:t>
            </a: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Allen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48716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CorpMind  </a:t>
            </a:r>
            <a:r>
              <a:rPr sz="90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隊長 楊智惟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89133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智庫守護者  </a:t>
            </a:r>
            <a:r>
              <a:rPr sz="90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隊長 高聖翔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295497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我要10萬  </a:t>
            </a:r>
            <a:r>
              <a:rPr sz="90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隊長 方翊宸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69966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Personal KM  </a:t>
            </a:r>
            <a:r>
              <a:rPr sz="900" b="0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· 隊長 高卡納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1704" y="1463040"/>
            <a:ext cx="2724912" cy="5102352"/>
          </a:xfrm>
          <a:prstGeom prst="roundRect">
            <a:avLst>
              <a:gd name="adj" fmla="val 5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61704" y="1463040"/>
            <a:ext cx="2724912" cy="868680"/>
          </a:xfrm>
          <a:prstGeom prst="roundRect">
            <a:avLst>
              <a:gd name="adj" fmla="val 5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8" y="1536192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觀察評估（6）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E8EEF7"/>
                </a:solidFill>
                <a:latin typeface="Microsoft JhengHei"/>
                <a:ea typeface="Microsoft JhengHei"/>
                <a:cs typeface="Microsoft JhengHei"/>
              </a:rPr>
              <a:t>Owner：</a:t>
            </a: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待指派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248716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  </a:t>
            </a:r>
            <a:r>
              <a:rPr sz="90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隊長 吳佳珊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289133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  </a:t>
            </a:r>
            <a:r>
              <a:rPr sz="90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隊長 江釗杰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3295497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  </a:t>
            </a:r>
            <a:r>
              <a:rPr sz="90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隊長 許智堯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369966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三色豆  </a:t>
            </a:r>
            <a:r>
              <a:rPr sz="90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隊長 蔡宸豪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4103827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小理專  </a:t>
            </a:r>
            <a:r>
              <a:rPr sz="90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隊長 劉孟函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6" y="4507992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通知超人  </a:t>
            </a:r>
            <a:r>
              <a:rPr sz="900" b="0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· 隊長 江村志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