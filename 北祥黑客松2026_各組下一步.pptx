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各組下一步 · 依優先順序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412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每組含 專案／隊長／Owner／下一步（同 Excel）。序號顏色＝去向：綠 流程優化 · 藍 平台 · 紫 KM · 橘 觀察評估。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07008"/>
          <a:ext cx="11292840" cy="5074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"/>
                <a:gridCol w="2286000"/>
                <a:gridCol w="914400"/>
                <a:gridCol w="1600200"/>
                <a:gridCol w="6071616"/>
              </a:tblGrid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#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專案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隊長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Owner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下一步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Felina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羅文財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指派團隊做內部治理工具 ② 全公司 AI 工具納管 ③ 做用量/成本看板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出納實驗室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邱暐玲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財務試營運一季 ② 確認 ERP 對接 ③ 訂為標準工具、淘汰舊 Excel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DIU.gain(100000)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古鴻澤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真實 ERP 小範圍 PoC ② 內控確認邊界 ③ 逐步開放查詢功能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三薪二億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鄭宇真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接入簽核前置檢核 ② 累積規則庫 ③ 擴大到更多單據類型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揪 Together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游佩宣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HR 推動員工互動 ② 收集參與回饋 ③ 常態營運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10萬碳長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麥育豪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用於自家 ESG 報告 ② 找 ESG 專家審準則 ③ 沉澱成年度工具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45720" marR="27432" marT="0" marB="0" anchor="ctr">
                    <a:solidFill>
                      <a:srgbClr val="6A3E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CorpMind</a:t>
                      </a:r>
                    </a:p>
                  </a:txBody>
                  <a:tcPr marL="45720" marR="27432" marT="0" marB="0" anchor="ctr">
                    <a:solidFill>
                      <a:srgbClr val="F1EB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楊智惟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6A3E9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Allen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定為核心引擎、以其為底 ② 統一檢索/LLM 抽象層 ③ 做對外 Demo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45720" marR="27432" marT="0" marB="0" anchor="ctr">
                    <a:solidFill>
                      <a:srgbClr val="6A3E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智庫守護者</a:t>
                      </a:r>
                    </a:p>
                  </a:txBody>
                  <a:tcPr marL="45720" marR="27432" marT="0" marB="0" anchor="ctr">
                    <a:solidFill>
                      <a:srgbClr val="F1EB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高聖翔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6A3E9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Allen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用核心引擎做對內版 ② 選部門試點 ③ 先交付上線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</a:t>
                      </a:r>
                    </a:p>
                  </a:txBody>
                  <a:tcPr marL="45720" marR="27432" marT="0" marB="0" anchor="ctr">
                    <a:solidFill>
                      <a:srgbClr val="6A3E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我要10萬（Web-GPT）</a:t>
                      </a:r>
                    </a:p>
                  </a:txBody>
                  <a:tcPr marL="45720" marR="27432" marT="0" marB="0" anchor="ctr">
                    <a:solidFill>
                      <a:srgbClr val="F1EB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方翊宸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6A3E9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Allen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LINE Bot＋排程爬蟲併入核心 ② 作多通道入口 ③ 排後續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45720" marR="27432" marT="0" marB="0" anchor="ctr">
                    <a:solidFill>
                      <a:srgbClr val="6A3E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Personal KM</a:t>
                      </a:r>
                    </a:p>
                  </a:txBody>
                  <a:tcPr marL="45720" marR="27432" marT="0" marB="0" anchor="ctr">
                    <a:solidFill>
                      <a:srgbClr val="F1EB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高卡納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6A3E9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Allen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收斂為個人/小團隊版 ② 評估 watsonx 依賴 ③ 排後續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</a:t>
                      </a:r>
                    </a:p>
                  </a:txBody>
                  <a:tcPr marL="45720" marR="27432" marT="0" marB="0" anchor="ctr">
                    <a:solidFill>
                      <a:srgbClr val="2E549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好事成雙</a:t>
                      </a:r>
                    </a:p>
                  </a:txBody>
                  <a:tcPr marL="45720" marR="27432" marT="0" marB="0" anchor="ctr">
                    <a:solidFill>
                      <a:srgbClr val="EAF0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張嫻芳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2E549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列平台明星模組 ② 做到可對外 Demo ③ 算清 vs CRM 省錢數字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</a:t>
                      </a:r>
                    </a:p>
                  </a:txBody>
                  <a:tcPr marL="45720" marR="27432" marT="0" marB="0" anchor="ctr">
                    <a:solidFill>
                      <a:srgbClr val="2E549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DIUDIU（哨兵）</a:t>
                      </a:r>
                    </a:p>
                  </a:txBody>
                  <a:tcPr marL="45720" marR="27432" marT="0" marB="0" anchor="ctr">
                    <a:solidFill>
                      <a:srgbClr val="EAF0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鄭絲睿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2E549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列平台明星模組 ② 內部全員先跑一輪案例 ③ 包法遵賣點提案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</a:t>
                      </a:r>
                    </a:p>
                  </a:txBody>
                  <a:tcPr marL="45720" marR="27432" marT="0" marB="0" anchor="ctr">
                    <a:solidFill>
                      <a:srgbClr val="2E549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A²PE（On-Site）</a:t>
                      </a:r>
                    </a:p>
                  </a:txBody>
                  <a:tcPr marL="45720" marR="27432" marT="0" marB="0" anchor="ctr">
                    <a:solidFill>
                      <a:srgbClr val="EAF0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胡慧婕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2E549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去北祥命名、抽象成通用外勤 ② 鎖定 1 垂直行業 MVP ③ 找客戶共創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</a:t>
                      </a:r>
                    </a:p>
                  </a:txBody>
                  <a:tcPr marL="45720" marR="27432" marT="0" marB="0" anchor="ctr">
                    <a:solidFill>
                      <a:srgbClr val="2E549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快報開麥拉</a:t>
                      </a:r>
                    </a:p>
                  </a:txBody>
                  <a:tcPr marL="45720" marR="27432" marT="0" marB="0" anchor="ctr">
                    <a:solidFill>
                      <a:srgbClr val="EAF0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張柏珩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2E549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內部行銷先用 ② 找利基情報影音 ③ 評估算力成本與定價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四娘教子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彭子育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小範圍試產報告 ② 確認品號建立規則 ③ 評估推廣導入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Log分析助理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張渝閎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IT 試用於實際排查 ② 累積常見問題樣板 ③ 視成效導入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票交覺醒者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張靖嫆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當票交所客戶專案加值交付 ② 沉澱舊碼遷移方法論 ③ 評估複用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我是助理凱粒</a:t>
                      </a:r>
                    </a:p>
                  </a:txBody>
                  <a:tcPr marL="45720" marR="27432" marT="0" marB="0" anchor="ctr">
                    <a:solidFill>
                      <a:srgbClr val="E9F3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吳佳珊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試跑一個月校準準確度 ② 評估誤判率 ③ 併入正式流程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PDC木奉木奉（人氣王）</a:t>
                      </a:r>
                    </a:p>
                  </a:txBody>
                  <a:tcPr marL="45720" marR="27432" marT="0" marB="0" anchor="ctr">
                    <a:solidFill>
                      <a:srgbClr val="FAF3E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江釗杰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完成剩 30%、把功能做完整 ② 選報價引擎先試點 ③ 確認原廠報價規則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我帶著工程師</a:t>
                      </a:r>
                    </a:p>
                  </a:txBody>
                  <a:tcPr marL="45720" marR="27432" marT="0" marB="0" anchor="ctr">
                    <a:solidFill>
                      <a:srgbClr val="FAF3E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吳佳珊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評估作內部教育訓練 ② 用於新人/同仁 AI 學習 ③ 看反應再定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招兵買馬</a:t>
                      </a:r>
                    </a:p>
                  </a:txBody>
                  <a:tcPr marL="45720" marR="27432" marT="0" marB="0" anchor="ctr">
                    <a:solidFill>
                      <a:srgbClr val="FAF3E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許智堯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HR 級主管評估使用價值 ② 補個資合規與偏見稽核 ③ 再定是否導入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22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三色豆</a:t>
                      </a:r>
                    </a:p>
                  </a:txBody>
                  <a:tcPr marL="45720" marR="27432" marT="0" marB="0" anchor="ctr">
                    <a:solidFill>
                      <a:srgbClr val="FAF3E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蔡宸豪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評估自建取代 Make.com ② 小範圍試用 ③ 定位為內部通知整合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小理專</a:t>
                      </a:r>
                    </a:p>
                  </a:txBody>
                  <a:tcPr marL="45720" marR="27432" marT="0" marB="0" anchor="ctr">
                    <a:solidFill>
                      <a:srgbClr val="FAF3E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劉孟函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找利基或內部先用 ② 比對通用會議 AI 差異 ③ 再定去留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通知超人</a:t>
                      </a:r>
                    </a:p>
                  </a:txBody>
                  <a:tcPr marL="45720" marR="27432" marT="0" marB="0" anchor="ctr">
                    <a:solidFill>
                      <a:srgbClr val="FAF3E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江村志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內部試用看黏著度 ② Graph API 權限最小化 ③ 有黏著再產品化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